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12/12/2025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24BB6-1D0B-4722-8D60-44C1D0D3BE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dirty="0"/>
              <a:t>Полосовой фильтр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9BB164-4DFD-4F87-9CC1-E5F45A1AC5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Козлов Денис</a:t>
            </a:r>
          </a:p>
          <a:p>
            <a:r>
              <a:rPr lang="ru-RU" dirty="0"/>
              <a:t>Е692</a:t>
            </a:r>
          </a:p>
        </p:txBody>
      </p:sp>
    </p:spTree>
    <p:extLst>
      <p:ext uri="{BB962C8B-B14F-4D97-AF65-F5344CB8AC3E}">
        <p14:creationId xmlns:p14="http://schemas.microsoft.com/office/powerpoint/2010/main" val="1631784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81</TotalTime>
  <Words>5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Cambria</vt:lpstr>
      <vt:lpstr>Rockwell</vt:lpstr>
      <vt:lpstr>Rockwell Condensed</vt:lpstr>
      <vt:lpstr>Wingdings</vt:lpstr>
      <vt:lpstr>Дерево</vt:lpstr>
      <vt:lpstr>Полосовой фильтр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Полосовой фильтр</dc:title>
  <dc:creator>FireFly</dc:creator>
  <cp:lastModifiedBy>denkozl2016@list.ru</cp:lastModifiedBy>
  <cp:revision>6</cp:revision>
  <dcterms:created xsi:type="dcterms:W3CDTF">2022-04-04T19:22:07Z</dcterms:created>
  <dcterms:modified xsi:type="dcterms:W3CDTF">2025-12-12T00:53:44Z</dcterms:modified>
</cp:coreProperties>
</file>